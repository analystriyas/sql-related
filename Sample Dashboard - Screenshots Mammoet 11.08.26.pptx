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174B-3F37-0F5E-C095-75ED777FC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7D02E-E441-6582-5396-4E6D68F7A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3FF88-471A-42F6-CE70-914D5F221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CA77B-D243-4D4E-A28B-D2BF01D5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6DB08-CF7C-C1E1-089F-FBBCCE76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754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F970-62B6-55D7-E8BB-21164EE7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6044-EDBE-644E-8CEA-2166D7FE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D39F8-96E3-4139-85DE-41D85E19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B9970-F51F-8486-0260-128D9910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52304-55EA-B6B2-E80B-E27BF07E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458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6186-4837-F62D-DB24-83B07ED9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01F77-FAFD-6248-083B-A3FD7AE47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2E2AB-B3EB-3902-3BBA-318E19F6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5AB9-ED88-DB49-F37D-E816CF4A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9F3F-3944-EAC9-9AC6-B4A395A8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8077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F5D8-CFE0-DA5B-8C7A-81467E1E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98355-89E9-E685-960D-69F114E70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B23AD-8D22-F8AA-F58C-75665DDE3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93944-BCBD-2470-E4E3-B78EDC2A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77211-C3FD-5543-C663-8ABDA2CE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47BF2-30F1-4B7A-D584-AE128496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5786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9583-9E4F-1243-3D99-2056C8E02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F9A44-333F-5C22-2CA8-AB88546EC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CCDE2-4BA7-B0B5-45CD-D93CB06D7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45243-FE3C-F853-9CF7-5C770A210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48A36-E360-92EC-0AD1-0EAD0BAFB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09142-799F-0C25-F819-54FF1257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CAE70-B3B0-1DE6-1BF9-2F6BE697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81FB9-5BB2-6821-275B-31B4A1B6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452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353-2381-E131-C69D-D91C845D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70C87-9D2C-B7DB-824D-2E6606F9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24E16-6DCC-91F1-55FF-97FC7807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142F8-0A0C-87B2-B11E-B9547991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957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8C902-A75B-276B-C9CE-04338DAB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FB3FF-5A64-A80D-0CA6-7714449F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2B8B7-BE1C-14C9-5E3F-2F0B04A7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5680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20A8-0501-FF5F-AFA4-496F164E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80A3A-FE49-6CF5-ADA8-A9DBEFE1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A9872-33DC-BB62-ECE1-0EFF6F2F4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A454D-5CF0-A288-C8C1-A839B6A0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2E91E-98E6-CCF9-D73A-0C254AE6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81D73-B16D-B98A-5C7A-57C0239A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1769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E83C-0FC4-7743-3FAA-E1C90B7AA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0524C-5AF6-66C4-636B-A9C61B842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1C60F-83F2-D3DC-47C2-5D222D957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59F02-AABE-4FE6-C4A6-8ED0A0B5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1D91-A538-4B9C-71C1-38C2191E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3ED73-441C-A8AE-BA29-80AE91FE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8208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A1A00-393B-5ECC-72A8-CADED0E1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8313C-5095-F358-74F2-332DE3D44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75DC-8A26-9AAB-4C98-A72B4B4B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D1A7F-E315-4308-63F3-A452F4EE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D230A-1689-95AE-622D-891B3CF4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9306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5EED8-3315-9C40-9A20-605455753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0A092-9BE9-B1EF-FF1C-50580CF22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2272D-02D5-7300-C941-F627C01E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65C88-D9AB-5F74-E251-D7427423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A3D3-AF65-0BC7-47E4-1BE8F374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4909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C18CF-A497-0F7A-ADEA-9CFDCC14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624FC-9108-D236-6DE8-DD87AA9B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559B-7189-FC27-02E0-AF61354D9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D6AFF-C3A5-4CA3-82E0-F8078B4721C2}" type="datetimeFigureOut">
              <a:rPr lang="en-AE" smtClean="0"/>
              <a:t>11/08/2026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22583-F55D-37A4-1FD2-F4FFAC2C8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E88-7BFE-1ED8-ECEE-AFE5EA16E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CF2E6-0504-446C-B276-041A39A5610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298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B80E1D-4D85-D8DB-38E4-04AF029BE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11734800" cy="688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E03B6-D59A-D4FC-196A-47A3774F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7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7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9FD90-51F1-207B-F672-80B7DAD2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845CDC-DEF9-4ACC-6A99-6BCEFFD85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48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2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106EB-4B97-5493-E1BA-CAED00CF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DF8B2-2206-9DFF-6823-61B0293D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3" b="8492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0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9B632-55DB-F582-9524-9AEC532D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Model: Star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89A37-809D-C5E7-358A-20FFE0C8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650" y="1675227"/>
            <a:ext cx="670870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Data Model: Star 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Islam</dc:creator>
  <cp:lastModifiedBy>Abdul Islam</cp:lastModifiedBy>
  <cp:revision>1</cp:revision>
  <dcterms:created xsi:type="dcterms:W3CDTF">2026-08-11T07:37:37Z</dcterms:created>
  <dcterms:modified xsi:type="dcterms:W3CDTF">2026-08-11T07:42:45Z</dcterms:modified>
</cp:coreProperties>
</file>